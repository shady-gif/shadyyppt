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ess Start 2P" charset="1" panose="00000500000000000000"/>
      <p:regular r:id="rId16"/>
    </p:embeddedFont>
    <p:embeddedFont>
      <p:font typeface="Retropix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png" Type="http://schemas.openxmlformats.org/officeDocument/2006/relationships/image"/><Relationship Id="rId18" Target="../media/image1.png" Type="http://schemas.openxmlformats.org/officeDocument/2006/relationships/image"/><Relationship Id="rId19" Target="../media/image2.svg" Type="http://schemas.openxmlformats.org/officeDocument/2006/relationships/image"/><Relationship Id="rId2" Target="../media/image3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13.png" Type="http://schemas.openxmlformats.org/officeDocument/2006/relationships/image"/><Relationship Id="rId23" Target="../media/image14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1.png" Type="http://schemas.openxmlformats.org/officeDocument/2006/relationships/image"/><Relationship Id="rId17" Target="../media/image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1.png" Type="http://schemas.openxmlformats.org/officeDocument/2006/relationships/image"/><Relationship Id="rId17" Target="../media/image2.svg" Type="http://schemas.openxmlformats.org/officeDocument/2006/relationships/image"/><Relationship Id="rId18" Target="../media/image13.png" Type="http://schemas.openxmlformats.org/officeDocument/2006/relationships/image"/><Relationship Id="rId19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1.png" Type="http://schemas.openxmlformats.org/officeDocument/2006/relationships/image"/><Relationship Id="rId16" Target="../media/image2.svg" Type="http://schemas.openxmlformats.org/officeDocument/2006/relationships/image"/><Relationship Id="rId17" Target="../media/image13.png" Type="http://schemas.openxmlformats.org/officeDocument/2006/relationships/image"/><Relationship Id="rId18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1043" y="5763460"/>
            <a:ext cx="4085914" cy="884043"/>
          </a:xfrm>
          <a:custGeom>
            <a:avLst/>
            <a:gdLst/>
            <a:ahLst/>
            <a:cxnLst/>
            <a:rect r="r" b="b" t="t" l="l"/>
            <a:pathLst>
              <a:path h="884043" w="4085914">
                <a:moveTo>
                  <a:pt x="0" y="0"/>
                </a:moveTo>
                <a:lnTo>
                  <a:pt x="4085914" y="0"/>
                </a:lnTo>
                <a:lnTo>
                  <a:pt x="4085914" y="884043"/>
                </a:lnTo>
                <a:lnTo>
                  <a:pt x="0" y="884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4500" y="2346097"/>
            <a:ext cx="10839000" cy="31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2"/>
              </a:lnSpc>
            </a:pPr>
            <a:r>
              <a:rPr lang="en-US" sz="10279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TRIVIA</a:t>
            </a:r>
          </a:p>
          <a:p>
            <a:pPr algn="ctr">
              <a:lnSpc>
                <a:spcPts val="12232"/>
              </a:lnSpc>
            </a:pPr>
            <a:r>
              <a:rPr lang="en-US" sz="10279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9017" y="5728023"/>
            <a:ext cx="3649965" cy="7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4"/>
              </a:lnSpc>
            </a:pPr>
            <a:r>
              <a:rPr lang="en-US" sz="413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263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4578" y="6004838"/>
            <a:ext cx="1913798" cy="414076"/>
          </a:xfrm>
          <a:custGeom>
            <a:avLst/>
            <a:gdLst/>
            <a:ahLst/>
            <a:cxnLst/>
            <a:rect r="r" b="b" t="t" l="l"/>
            <a:pathLst>
              <a:path h="414076" w="1913798">
                <a:moveTo>
                  <a:pt x="0" y="0"/>
                </a:moveTo>
                <a:lnTo>
                  <a:pt x="1913798" y="0"/>
                </a:lnTo>
                <a:lnTo>
                  <a:pt x="1913798" y="414076"/>
                </a:lnTo>
                <a:lnTo>
                  <a:pt x="0" y="4140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94578" y="3863120"/>
            <a:ext cx="1913798" cy="1913798"/>
          </a:xfrm>
          <a:custGeom>
            <a:avLst/>
            <a:gdLst/>
            <a:ahLst/>
            <a:cxnLst/>
            <a:rect r="r" b="b" t="t" l="l"/>
            <a:pathLst>
              <a:path h="1913798" w="1913798">
                <a:moveTo>
                  <a:pt x="0" y="0"/>
                </a:moveTo>
                <a:lnTo>
                  <a:pt x="1913798" y="0"/>
                </a:lnTo>
                <a:lnTo>
                  <a:pt x="1913798" y="1913798"/>
                </a:lnTo>
                <a:lnTo>
                  <a:pt x="0" y="19137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50819" y="4219361"/>
            <a:ext cx="1201315" cy="1201315"/>
          </a:xfrm>
          <a:custGeom>
            <a:avLst/>
            <a:gdLst/>
            <a:ahLst/>
            <a:cxnLst/>
            <a:rect r="r" b="b" t="t" l="l"/>
            <a:pathLst>
              <a:path h="1201315" w="1201315">
                <a:moveTo>
                  <a:pt x="0" y="0"/>
                </a:moveTo>
                <a:lnTo>
                  <a:pt x="1201315" y="0"/>
                </a:lnTo>
                <a:lnTo>
                  <a:pt x="1201315" y="1201315"/>
                </a:lnTo>
                <a:lnTo>
                  <a:pt x="0" y="12013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02335" y="3846549"/>
            <a:ext cx="1913798" cy="1913798"/>
          </a:xfrm>
          <a:custGeom>
            <a:avLst/>
            <a:gdLst/>
            <a:ahLst/>
            <a:cxnLst/>
            <a:rect r="r" b="b" t="t" l="l"/>
            <a:pathLst>
              <a:path h="1913798" w="1913798">
                <a:moveTo>
                  <a:pt x="0" y="0"/>
                </a:moveTo>
                <a:lnTo>
                  <a:pt x="1913798" y="0"/>
                </a:lnTo>
                <a:lnTo>
                  <a:pt x="1913798" y="1913797"/>
                </a:lnTo>
                <a:lnTo>
                  <a:pt x="0" y="19137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26294" y="4202527"/>
            <a:ext cx="1065880" cy="1218149"/>
          </a:xfrm>
          <a:custGeom>
            <a:avLst/>
            <a:gdLst/>
            <a:ahLst/>
            <a:cxnLst/>
            <a:rect r="r" b="b" t="t" l="l"/>
            <a:pathLst>
              <a:path h="1218149" w="1065880">
                <a:moveTo>
                  <a:pt x="0" y="0"/>
                </a:moveTo>
                <a:lnTo>
                  <a:pt x="1065880" y="0"/>
                </a:lnTo>
                <a:lnTo>
                  <a:pt x="1065880" y="1218149"/>
                </a:lnTo>
                <a:lnTo>
                  <a:pt x="0" y="121814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11458" y="3863120"/>
            <a:ext cx="1913798" cy="1913798"/>
          </a:xfrm>
          <a:custGeom>
            <a:avLst/>
            <a:gdLst/>
            <a:ahLst/>
            <a:cxnLst/>
            <a:rect r="r" b="b" t="t" l="l"/>
            <a:pathLst>
              <a:path h="1913798" w="1913798">
                <a:moveTo>
                  <a:pt x="0" y="0"/>
                </a:moveTo>
                <a:lnTo>
                  <a:pt x="1913798" y="0"/>
                </a:lnTo>
                <a:lnTo>
                  <a:pt x="1913798" y="1913798"/>
                </a:lnTo>
                <a:lnTo>
                  <a:pt x="0" y="19137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620581" y="3863120"/>
            <a:ext cx="1913798" cy="1913798"/>
          </a:xfrm>
          <a:custGeom>
            <a:avLst/>
            <a:gdLst/>
            <a:ahLst/>
            <a:cxnLst/>
            <a:rect r="r" b="b" t="t" l="l"/>
            <a:pathLst>
              <a:path h="1913798" w="1913798">
                <a:moveTo>
                  <a:pt x="0" y="0"/>
                </a:moveTo>
                <a:lnTo>
                  <a:pt x="1913798" y="0"/>
                </a:lnTo>
                <a:lnTo>
                  <a:pt x="1913798" y="1913798"/>
                </a:lnTo>
                <a:lnTo>
                  <a:pt x="0" y="19137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68405" y="4202527"/>
            <a:ext cx="1218149" cy="1218149"/>
          </a:xfrm>
          <a:custGeom>
            <a:avLst/>
            <a:gdLst/>
            <a:ahLst/>
            <a:cxnLst/>
            <a:rect r="r" b="b" t="t" l="l"/>
            <a:pathLst>
              <a:path h="1218149" w="1218149">
                <a:moveTo>
                  <a:pt x="0" y="0"/>
                </a:moveTo>
                <a:lnTo>
                  <a:pt x="1218149" y="0"/>
                </a:lnTo>
                <a:lnTo>
                  <a:pt x="1218149" y="1218149"/>
                </a:lnTo>
                <a:lnTo>
                  <a:pt x="0" y="121814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02335" y="6004838"/>
            <a:ext cx="1913798" cy="414076"/>
          </a:xfrm>
          <a:custGeom>
            <a:avLst/>
            <a:gdLst/>
            <a:ahLst/>
            <a:cxnLst/>
            <a:rect r="r" b="b" t="t" l="l"/>
            <a:pathLst>
              <a:path h="414076" w="1913798">
                <a:moveTo>
                  <a:pt x="0" y="0"/>
                </a:moveTo>
                <a:lnTo>
                  <a:pt x="1913798" y="0"/>
                </a:lnTo>
                <a:lnTo>
                  <a:pt x="1913798" y="414076"/>
                </a:lnTo>
                <a:lnTo>
                  <a:pt x="0" y="4140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011458" y="6044898"/>
            <a:ext cx="1913798" cy="414076"/>
          </a:xfrm>
          <a:custGeom>
            <a:avLst/>
            <a:gdLst/>
            <a:ahLst/>
            <a:cxnLst/>
            <a:rect r="r" b="b" t="t" l="l"/>
            <a:pathLst>
              <a:path h="414076" w="1913798">
                <a:moveTo>
                  <a:pt x="0" y="0"/>
                </a:moveTo>
                <a:lnTo>
                  <a:pt x="1913798" y="0"/>
                </a:lnTo>
                <a:lnTo>
                  <a:pt x="1913798" y="414077"/>
                </a:lnTo>
                <a:lnTo>
                  <a:pt x="0" y="4140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20581" y="6004838"/>
            <a:ext cx="1913798" cy="414076"/>
          </a:xfrm>
          <a:custGeom>
            <a:avLst/>
            <a:gdLst/>
            <a:ahLst/>
            <a:cxnLst/>
            <a:rect r="r" b="b" t="t" l="l"/>
            <a:pathLst>
              <a:path h="414076" w="1913798">
                <a:moveTo>
                  <a:pt x="0" y="0"/>
                </a:moveTo>
                <a:lnTo>
                  <a:pt x="1913798" y="0"/>
                </a:lnTo>
                <a:lnTo>
                  <a:pt x="1913798" y="414076"/>
                </a:lnTo>
                <a:lnTo>
                  <a:pt x="0" y="4140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30558" y="4263170"/>
            <a:ext cx="1157506" cy="1157506"/>
          </a:xfrm>
          <a:custGeom>
            <a:avLst/>
            <a:gdLst/>
            <a:ahLst/>
            <a:cxnLst/>
            <a:rect r="r" b="b" t="t" l="l"/>
            <a:pathLst>
              <a:path h="1157506" w="1157506">
                <a:moveTo>
                  <a:pt x="0" y="0"/>
                </a:moveTo>
                <a:lnTo>
                  <a:pt x="1157506" y="0"/>
                </a:lnTo>
                <a:lnTo>
                  <a:pt x="1157506" y="1157506"/>
                </a:lnTo>
                <a:lnTo>
                  <a:pt x="0" y="11575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412772" y="2349081"/>
            <a:ext cx="7462457" cy="107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2"/>
              </a:lnSpc>
            </a:pPr>
            <a:r>
              <a:rPr lang="en-US" sz="7077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PLAYERS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94578" y="5949648"/>
            <a:ext cx="1913798" cy="4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Olivia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02335" y="5949648"/>
            <a:ext cx="1913798" cy="4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Samira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11458" y="5989708"/>
            <a:ext cx="1913798" cy="4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Pedro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20581" y="5949648"/>
            <a:ext cx="1913798" cy="4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</a:pPr>
            <a:r>
              <a:rPr lang="en-US" sz="222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Murad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87431" y="4474227"/>
            <a:ext cx="2869429" cy="1528623"/>
          </a:xfrm>
          <a:custGeom>
            <a:avLst/>
            <a:gdLst/>
            <a:ahLst/>
            <a:cxnLst/>
            <a:rect r="r" b="b" t="t" l="l"/>
            <a:pathLst>
              <a:path h="1528623" w="2869429">
                <a:moveTo>
                  <a:pt x="0" y="0"/>
                </a:moveTo>
                <a:lnTo>
                  <a:pt x="2869429" y="0"/>
                </a:lnTo>
                <a:lnTo>
                  <a:pt x="2869429" y="1528623"/>
                </a:lnTo>
                <a:lnTo>
                  <a:pt x="0" y="15286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14498" y="2803092"/>
            <a:ext cx="7549305" cy="67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3"/>
              </a:lnSpc>
            </a:pPr>
            <a:r>
              <a:rPr lang="en-US" sz="4414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HOW TO PLAY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02399" y="3586376"/>
            <a:ext cx="8883203" cy="42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  <a:spcBef>
                <a:spcPct val="0"/>
              </a:spcBef>
            </a:pPr>
            <a:r>
              <a:rPr lang="en-US" sz="272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There are 3 different types of games!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46608" y="4836651"/>
            <a:ext cx="2353077" cy="76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Answer the question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709285" y="4474860"/>
            <a:ext cx="2869429" cy="1528623"/>
          </a:xfrm>
          <a:custGeom>
            <a:avLst/>
            <a:gdLst/>
            <a:ahLst/>
            <a:cxnLst/>
            <a:rect r="r" b="b" t="t" l="l"/>
            <a:pathLst>
              <a:path h="1528623" w="2869429">
                <a:moveTo>
                  <a:pt x="0" y="0"/>
                </a:moveTo>
                <a:lnTo>
                  <a:pt x="2869430" y="0"/>
                </a:lnTo>
                <a:lnTo>
                  <a:pt x="2869430" y="1528623"/>
                </a:lnTo>
                <a:lnTo>
                  <a:pt x="0" y="15286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67461" y="5026856"/>
            <a:ext cx="2353077" cy="41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Multiple choice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931140" y="4474860"/>
            <a:ext cx="2869429" cy="1528623"/>
          </a:xfrm>
          <a:custGeom>
            <a:avLst/>
            <a:gdLst/>
            <a:ahLst/>
            <a:cxnLst/>
            <a:rect r="r" b="b" t="t" l="l"/>
            <a:pathLst>
              <a:path h="1528623" w="2869429">
                <a:moveTo>
                  <a:pt x="0" y="0"/>
                </a:moveTo>
                <a:lnTo>
                  <a:pt x="2869429" y="0"/>
                </a:lnTo>
                <a:lnTo>
                  <a:pt x="2869429" y="1528623"/>
                </a:lnTo>
                <a:lnTo>
                  <a:pt x="0" y="15286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188315" y="5026856"/>
            <a:ext cx="2353077" cy="41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True or False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49645" y="2871703"/>
            <a:ext cx="7175568" cy="3822621"/>
          </a:xfrm>
          <a:custGeom>
            <a:avLst/>
            <a:gdLst/>
            <a:ahLst/>
            <a:cxnLst/>
            <a:rect r="r" b="b" t="t" l="l"/>
            <a:pathLst>
              <a:path h="3822621" w="7175568">
                <a:moveTo>
                  <a:pt x="0" y="0"/>
                </a:moveTo>
                <a:lnTo>
                  <a:pt x="7175567" y="0"/>
                </a:lnTo>
                <a:lnTo>
                  <a:pt x="7175567" y="3822621"/>
                </a:lnTo>
                <a:lnTo>
                  <a:pt x="0" y="3822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71043" y="4280421"/>
            <a:ext cx="4745915" cy="98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34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Who is the CEO of Warner &amp; Spencer?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18524" y="1264766"/>
            <a:ext cx="6237810" cy="11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47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ANSWER THE QUESTION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49645" y="2871703"/>
            <a:ext cx="7175568" cy="3822621"/>
          </a:xfrm>
          <a:custGeom>
            <a:avLst/>
            <a:gdLst/>
            <a:ahLst/>
            <a:cxnLst/>
            <a:rect r="r" b="b" t="t" l="l"/>
            <a:pathLst>
              <a:path h="3822621" w="7175568">
                <a:moveTo>
                  <a:pt x="0" y="0"/>
                </a:moveTo>
                <a:lnTo>
                  <a:pt x="7175567" y="0"/>
                </a:lnTo>
                <a:lnTo>
                  <a:pt x="7175567" y="3822621"/>
                </a:lnTo>
                <a:lnTo>
                  <a:pt x="0" y="3822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64471" y="4648361"/>
            <a:ext cx="4745915" cy="5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34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Noah Schumacher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18524" y="1264766"/>
            <a:ext cx="6237810" cy="11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47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ANSWER THE QUESTION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8595" y="4166315"/>
            <a:ext cx="2530810" cy="35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223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ANSWER: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86417" y="2708293"/>
            <a:ext cx="8115166" cy="4323170"/>
          </a:xfrm>
          <a:custGeom>
            <a:avLst/>
            <a:gdLst/>
            <a:ahLst/>
            <a:cxnLst/>
            <a:rect r="r" b="b" t="t" l="l"/>
            <a:pathLst>
              <a:path h="4323170" w="8115166">
                <a:moveTo>
                  <a:pt x="0" y="0"/>
                </a:moveTo>
                <a:lnTo>
                  <a:pt x="8115166" y="0"/>
                </a:lnTo>
                <a:lnTo>
                  <a:pt x="8115166" y="4323170"/>
                </a:lnTo>
                <a:lnTo>
                  <a:pt x="0" y="43231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55795" y="4528540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7"/>
                </a:lnTo>
                <a:lnTo>
                  <a:pt x="0" y="747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71043" y="3228079"/>
            <a:ext cx="4745915" cy="98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34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Who is the older sister of Henrietta Mitchell?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25095" y="1264766"/>
            <a:ext cx="6237810" cy="11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47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MULTIPLE CHOICE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93716" y="4673903"/>
            <a:ext cx="2428625" cy="37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a. Kimberly Nguyen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227737" y="4528540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7"/>
                </a:lnTo>
                <a:lnTo>
                  <a:pt x="0" y="747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62468" y="4675290"/>
            <a:ext cx="2460753" cy="37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b. Claudia Alves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355795" y="5364560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6"/>
                </a:lnTo>
                <a:lnTo>
                  <a:pt x="0" y="747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493716" y="5511309"/>
            <a:ext cx="2428625" cy="37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c. Cia Rodriguez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227737" y="5364560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6"/>
                </a:lnTo>
                <a:lnTo>
                  <a:pt x="0" y="747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62468" y="5511309"/>
            <a:ext cx="2460753" cy="37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d. Samira Hadid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86417" y="2708293"/>
            <a:ext cx="8115166" cy="4323170"/>
          </a:xfrm>
          <a:custGeom>
            <a:avLst/>
            <a:gdLst/>
            <a:ahLst/>
            <a:cxnLst/>
            <a:rect r="r" b="b" t="t" l="l"/>
            <a:pathLst>
              <a:path h="4323170" w="8115166">
                <a:moveTo>
                  <a:pt x="0" y="0"/>
                </a:moveTo>
                <a:lnTo>
                  <a:pt x="8115166" y="0"/>
                </a:lnTo>
                <a:lnTo>
                  <a:pt x="8115166" y="4323170"/>
                </a:lnTo>
                <a:lnTo>
                  <a:pt x="0" y="43231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55795" y="4528540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7"/>
                </a:lnTo>
                <a:lnTo>
                  <a:pt x="0" y="747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71043" y="3228079"/>
            <a:ext cx="4745915" cy="98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34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Who is the older sister of Henrietta Mitchell?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25095" y="1264766"/>
            <a:ext cx="6237810" cy="11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47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MULTIPLE CHOICE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5795" y="4675290"/>
            <a:ext cx="2704468" cy="37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a. Kimberly Nguyen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227737" y="4528540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7"/>
                </a:lnTo>
                <a:lnTo>
                  <a:pt x="0" y="74741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227737" y="4675290"/>
            <a:ext cx="2704468" cy="37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b. Claudia Alves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355795" y="5364560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6"/>
                </a:lnTo>
                <a:lnTo>
                  <a:pt x="0" y="747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355795" y="5511309"/>
            <a:ext cx="2704468" cy="37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c. Cia Rodriguez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227737" y="5364560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6"/>
                </a:lnTo>
                <a:lnTo>
                  <a:pt x="0" y="747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227737" y="5511309"/>
            <a:ext cx="2704468" cy="37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d. Samira Hadid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49645" y="2871703"/>
            <a:ext cx="7175568" cy="3822621"/>
          </a:xfrm>
          <a:custGeom>
            <a:avLst/>
            <a:gdLst/>
            <a:ahLst/>
            <a:cxnLst/>
            <a:rect r="r" b="b" t="t" l="l"/>
            <a:pathLst>
              <a:path h="3822621" w="7175568">
                <a:moveTo>
                  <a:pt x="0" y="0"/>
                </a:moveTo>
                <a:lnTo>
                  <a:pt x="7175567" y="0"/>
                </a:lnTo>
                <a:lnTo>
                  <a:pt x="7175567" y="3822621"/>
                </a:lnTo>
                <a:lnTo>
                  <a:pt x="0" y="3822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45257" y="3739728"/>
            <a:ext cx="5491862" cy="98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34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Olivia is the main character on Cartoon 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79944" y="1732235"/>
            <a:ext cx="6237810" cy="55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47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TRUE OR FALSE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237738" y="4990851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7"/>
                </a:lnTo>
                <a:lnTo>
                  <a:pt x="0" y="747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37738" y="5014383"/>
            <a:ext cx="2704468" cy="55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TRUE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32651" y="4990851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7"/>
                </a:lnTo>
                <a:lnTo>
                  <a:pt x="0" y="747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32651" y="5014383"/>
            <a:ext cx="2704468" cy="55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FALSE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49645" y="2871703"/>
            <a:ext cx="7175568" cy="3822621"/>
          </a:xfrm>
          <a:custGeom>
            <a:avLst/>
            <a:gdLst/>
            <a:ahLst/>
            <a:cxnLst/>
            <a:rect r="r" b="b" t="t" l="l"/>
            <a:pathLst>
              <a:path h="3822621" w="7175568">
                <a:moveTo>
                  <a:pt x="0" y="0"/>
                </a:moveTo>
                <a:lnTo>
                  <a:pt x="7175567" y="0"/>
                </a:lnTo>
                <a:lnTo>
                  <a:pt x="7175567" y="3822621"/>
                </a:lnTo>
                <a:lnTo>
                  <a:pt x="0" y="3822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45257" y="3739728"/>
            <a:ext cx="5491862" cy="98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34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Olivia is the main character on Cartoon 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79944" y="1732235"/>
            <a:ext cx="6237810" cy="55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47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TRUE OR FALSE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237738" y="4990851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7"/>
                </a:lnTo>
                <a:lnTo>
                  <a:pt x="0" y="747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37738" y="5014383"/>
            <a:ext cx="2704468" cy="55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9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TRUE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32651" y="4990851"/>
            <a:ext cx="2704468" cy="747417"/>
          </a:xfrm>
          <a:custGeom>
            <a:avLst/>
            <a:gdLst/>
            <a:ahLst/>
            <a:cxnLst/>
            <a:rect r="r" b="b" t="t" l="l"/>
            <a:pathLst>
              <a:path h="747417" w="2704468">
                <a:moveTo>
                  <a:pt x="0" y="0"/>
                </a:moveTo>
                <a:lnTo>
                  <a:pt x="2704468" y="0"/>
                </a:lnTo>
                <a:lnTo>
                  <a:pt x="2704468" y="747417"/>
                </a:lnTo>
                <a:lnTo>
                  <a:pt x="0" y="74741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32651" y="5014383"/>
            <a:ext cx="2704468" cy="55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91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FALSE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2A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6110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1589" y="661378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5744" y="4667411"/>
            <a:ext cx="6772220" cy="2141715"/>
          </a:xfrm>
          <a:custGeom>
            <a:avLst/>
            <a:gdLst/>
            <a:ahLst/>
            <a:cxnLst/>
            <a:rect r="r" b="b" t="t" l="l"/>
            <a:pathLst>
              <a:path h="2141715" w="6772220">
                <a:moveTo>
                  <a:pt x="0" y="0"/>
                </a:moveTo>
                <a:lnTo>
                  <a:pt x="6772220" y="0"/>
                </a:lnTo>
                <a:lnTo>
                  <a:pt x="6772220" y="2141714"/>
                </a:lnTo>
                <a:lnTo>
                  <a:pt x="0" y="214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0279" y="4783014"/>
            <a:ext cx="2979021" cy="3351922"/>
          </a:xfrm>
          <a:custGeom>
            <a:avLst/>
            <a:gdLst/>
            <a:ahLst/>
            <a:cxnLst/>
            <a:rect r="r" b="b" t="t" l="l"/>
            <a:pathLst>
              <a:path h="3351922" w="2979021">
                <a:moveTo>
                  <a:pt x="0" y="0"/>
                </a:moveTo>
                <a:lnTo>
                  <a:pt x="2979021" y="0"/>
                </a:lnTo>
                <a:lnTo>
                  <a:pt x="2979021" y="3351922"/>
                </a:lnTo>
                <a:lnTo>
                  <a:pt x="0" y="335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381" y="5160071"/>
            <a:ext cx="2314197" cy="2974864"/>
          </a:xfrm>
          <a:custGeom>
            <a:avLst/>
            <a:gdLst/>
            <a:ahLst/>
            <a:cxnLst/>
            <a:rect r="r" b="b" t="t" l="l"/>
            <a:pathLst>
              <a:path h="2974864" w="2314197">
                <a:moveTo>
                  <a:pt x="0" y="0"/>
                </a:moveTo>
                <a:lnTo>
                  <a:pt x="2314197" y="0"/>
                </a:lnTo>
                <a:lnTo>
                  <a:pt x="2314197" y="2974865"/>
                </a:lnTo>
                <a:lnTo>
                  <a:pt x="0" y="2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9363" y="7368602"/>
            <a:ext cx="1116950" cy="818166"/>
          </a:xfrm>
          <a:custGeom>
            <a:avLst/>
            <a:gdLst/>
            <a:ahLst/>
            <a:cxnLst/>
            <a:rect r="r" b="b" t="t" l="l"/>
            <a:pathLst>
              <a:path h="818166" w="1116950">
                <a:moveTo>
                  <a:pt x="0" y="0"/>
                </a:moveTo>
                <a:lnTo>
                  <a:pt x="1116950" y="0"/>
                </a:lnTo>
                <a:lnTo>
                  <a:pt x="1116950" y="818166"/>
                </a:lnTo>
                <a:lnTo>
                  <a:pt x="0" y="81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49645" y="2871703"/>
            <a:ext cx="7175568" cy="3822621"/>
          </a:xfrm>
          <a:custGeom>
            <a:avLst/>
            <a:gdLst/>
            <a:ahLst/>
            <a:cxnLst/>
            <a:rect r="r" b="b" t="t" l="l"/>
            <a:pathLst>
              <a:path h="3822621" w="7175568">
                <a:moveTo>
                  <a:pt x="0" y="0"/>
                </a:moveTo>
                <a:lnTo>
                  <a:pt x="7175567" y="0"/>
                </a:lnTo>
                <a:lnTo>
                  <a:pt x="7175567" y="3822621"/>
                </a:lnTo>
                <a:lnTo>
                  <a:pt x="0" y="3822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62230" y="3705689"/>
            <a:ext cx="1663485" cy="1663485"/>
          </a:xfrm>
          <a:custGeom>
            <a:avLst/>
            <a:gdLst/>
            <a:ahLst/>
            <a:cxnLst/>
            <a:rect r="r" b="b" t="t" l="l"/>
            <a:pathLst>
              <a:path h="1663485" w="1663485">
                <a:moveTo>
                  <a:pt x="0" y="0"/>
                </a:moveTo>
                <a:lnTo>
                  <a:pt x="1663485" y="0"/>
                </a:lnTo>
                <a:lnTo>
                  <a:pt x="1663485" y="1663485"/>
                </a:lnTo>
                <a:lnTo>
                  <a:pt x="0" y="16634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00179" y="3705689"/>
            <a:ext cx="1663485" cy="1663485"/>
          </a:xfrm>
          <a:custGeom>
            <a:avLst/>
            <a:gdLst/>
            <a:ahLst/>
            <a:cxnLst/>
            <a:rect r="r" b="b" t="t" l="l"/>
            <a:pathLst>
              <a:path h="1663485" w="1663485">
                <a:moveTo>
                  <a:pt x="0" y="0"/>
                </a:moveTo>
                <a:lnTo>
                  <a:pt x="1663484" y="0"/>
                </a:lnTo>
                <a:lnTo>
                  <a:pt x="1663484" y="1663485"/>
                </a:lnTo>
                <a:lnTo>
                  <a:pt x="0" y="16634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03096" y="4086630"/>
            <a:ext cx="857650" cy="901603"/>
          </a:xfrm>
          <a:custGeom>
            <a:avLst/>
            <a:gdLst/>
            <a:ahLst/>
            <a:cxnLst/>
            <a:rect r="r" b="b" t="t" l="l"/>
            <a:pathLst>
              <a:path h="901603" w="857650">
                <a:moveTo>
                  <a:pt x="0" y="0"/>
                </a:moveTo>
                <a:lnTo>
                  <a:pt x="857650" y="0"/>
                </a:lnTo>
                <a:lnTo>
                  <a:pt x="857650" y="901603"/>
                </a:lnTo>
                <a:lnTo>
                  <a:pt x="0" y="9016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508450" y="4146937"/>
            <a:ext cx="1271101" cy="780989"/>
            <a:chOff x="0" y="0"/>
            <a:chExt cx="907641" cy="557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7641" cy="557672"/>
            </a:xfrm>
            <a:custGeom>
              <a:avLst/>
              <a:gdLst/>
              <a:ahLst/>
              <a:cxnLst/>
              <a:rect r="r" b="b" t="t" l="l"/>
              <a:pathLst>
                <a:path h="557672" w="907641">
                  <a:moveTo>
                    <a:pt x="907641" y="278836"/>
                  </a:moveTo>
                  <a:lnTo>
                    <a:pt x="501241" y="0"/>
                  </a:lnTo>
                  <a:lnTo>
                    <a:pt x="501241" y="203200"/>
                  </a:lnTo>
                  <a:lnTo>
                    <a:pt x="0" y="203200"/>
                  </a:lnTo>
                  <a:lnTo>
                    <a:pt x="0" y="354472"/>
                  </a:lnTo>
                  <a:lnTo>
                    <a:pt x="501241" y="354472"/>
                  </a:lnTo>
                  <a:lnTo>
                    <a:pt x="501241" y="557672"/>
                  </a:lnTo>
                  <a:lnTo>
                    <a:pt x="907641" y="278836"/>
                  </a:lnTo>
                  <a:close/>
                </a:path>
              </a:pathLst>
            </a:custGeom>
            <a:solidFill>
              <a:srgbClr val="8A8A8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27000"/>
              <a:ext cx="806041" cy="227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79944" y="1732235"/>
            <a:ext cx="6237810" cy="55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47">
                <a:solidFill>
                  <a:srgbClr val="C0C0C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1194" y="3994864"/>
            <a:ext cx="1965557" cy="90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0"/>
              </a:lnSpc>
              <a:spcBef>
                <a:spcPct val="0"/>
              </a:spcBef>
            </a:pPr>
            <a:r>
              <a:rPr lang="en-US" sz="477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90%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48466" y="5570189"/>
            <a:ext cx="3391068" cy="31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1"/>
              </a:lnSpc>
              <a:spcBef>
                <a:spcPct val="0"/>
              </a:spcBef>
            </a:pPr>
            <a:r>
              <a:rPr lang="en-US" sz="170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9 CORRECT ANSWERS OUT OF 10.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544997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715123" y="8134936"/>
            <a:ext cx="13145754" cy="2246729"/>
          </a:xfrm>
          <a:custGeom>
            <a:avLst/>
            <a:gdLst/>
            <a:ahLst/>
            <a:cxnLst/>
            <a:rect r="r" b="b" t="t" l="l"/>
            <a:pathLst>
              <a:path h="2246729" w="13145754">
                <a:moveTo>
                  <a:pt x="0" y="0"/>
                </a:moveTo>
                <a:lnTo>
                  <a:pt x="13145754" y="0"/>
                </a:lnTo>
                <a:lnTo>
                  <a:pt x="13145754" y="2246728"/>
                </a:lnTo>
                <a:lnTo>
                  <a:pt x="0" y="22467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600757" y="7368602"/>
            <a:ext cx="957917" cy="766334"/>
          </a:xfrm>
          <a:custGeom>
            <a:avLst/>
            <a:gdLst/>
            <a:ahLst/>
            <a:cxnLst/>
            <a:rect r="r" b="b" t="t" l="l"/>
            <a:pathLst>
              <a:path h="766334" w="957917">
                <a:moveTo>
                  <a:pt x="0" y="0"/>
                </a:moveTo>
                <a:lnTo>
                  <a:pt x="957917" y="0"/>
                </a:lnTo>
                <a:lnTo>
                  <a:pt x="957917" y="766334"/>
                </a:lnTo>
                <a:lnTo>
                  <a:pt x="0" y="76633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DAHKkccTIyI</dc:identifier>
  <dcterms:modified xsi:type="dcterms:W3CDTF">2011-08-01T06:04:30Z</dcterms:modified>
  <cp:revision>1</cp:revision>
</cp:coreProperties>
</file>