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47158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29"/>
  </p:normalViewPr>
  <p:slideViewPr>
    <p:cSldViewPr snapToGrid="0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0B4F-65EA-51BC-98B2-1826A606E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735B7-D8DE-4141-5CA6-DD5020618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208F0-1698-7982-D9BE-D4DB1554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5C2DA-76A7-5EB3-F2E1-FDCF4F94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1E175-7944-A27D-A1DC-865BD4F8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1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479C-50D0-7708-BA57-1E58E835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86B66-7F87-D518-18DB-C72DD9A22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66B42-7BD6-54FF-D009-3B2A89A29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0E7C8-6DFF-FD80-5A8F-F355C4D8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39638-781F-290D-6E42-F6672753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D490-645E-DBC8-15BD-7793A015B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BB7F1-3C87-2BFE-1331-CF76053A3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58C71-4BC3-5840-65AA-41AD2DD1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BC59-1E08-60C3-D821-F0DFD54A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F03B-7AA3-5B07-AA99-7831BC8F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72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4B76-80D6-33A9-EDBB-7C389B7D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869F3-D705-2389-20E8-8599148CB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0A0CF-9F54-AA1A-0EEA-903B67AF5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55772-4C4D-4C6F-9F01-558608125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D758E-D8E6-890C-341D-BCD06949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51E51-C6EB-F246-E534-60C07011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1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8938-F69D-4335-02FA-B55FABD7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FC69E-E375-214F-A0CF-F01CBC467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AEA2F-ED1E-CDD5-8C6F-81E20329C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8D382-05A6-1025-61D1-4F88A138A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4A8BE-74F2-DA54-59A6-560580720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7A67B-8AD1-03D7-E7A5-0EC677B8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131F0-BDF6-AB9E-FF07-61E6A5EA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28ABD-70D7-3DA1-EF81-B0F22C98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4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30E1-02EA-0156-1839-535EA8B4E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08728-F48C-E802-4611-484C8174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4026-307C-A605-469F-AD6E8F9D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EADE0-45A3-343A-A439-1BC24C4C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2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F73A6-1274-5488-B663-2AA73BD7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36810-1039-CEBE-1269-A0B44165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C866-CC03-7B03-FD2D-04AF6D9E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2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61C6-4E9C-BD25-DACF-314738FE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85E9-42DD-BC84-CCB6-3E798CE8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1C753-18DC-99CC-D29B-C15D2132C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9E552-1E61-46A5-253B-5FAD2725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2A86E-A787-B431-8328-D391AD86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40975-45F8-2B66-0C81-FE5C9734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6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DD70-61BA-C5CF-35D5-1C0DDDB8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939BF-4C9A-6B99-3C54-FBBE2F909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D4343-074E-9B6B-F239-4EBE79D97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302FF-709D-60B7-F7B3-B77E5436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86759-4642-1AA0-975B-D1EC827A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D0772-9284-E5DA-1253-57B526F0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0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5C7B-E5C7-ADE7-B356-AE3C1EF5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052DB-3F59-67AA-AE38-ADA365C48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0944A-C4C3-C793-B13C-856419D9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F6A84-7B24-A58F-3369-9B5A3764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D67BA-E8C8-7562-98F3-A21A836E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7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72B31-8A2B-79AF-140E-D224F3F36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4CCDF-CC2B-2050-D28A-462409186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639D-8B57-6CDC-1EC0-54FB1C7E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03DC2-25FD-B8D2-47D6-D253C3C5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BA8E8-6216-F841-8E52-0874A66D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431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B9467-CEDA-F2B8-5660-081E7937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780C1-49E9-34A2-C2AB-6F86964E1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42591-2494-EA34-B80A-B4143F5AE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18C48-ECB7-364F-B014-2C156CBE039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7FB9F-04D5-37EF-4C11-E2E2EF315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11B6C-F768-F7CA-F7C2-9BB7276F4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574A3-C502-DA41-8CB8-872BF86C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0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FBB66-A1F0-746F-7D63-0EEF4F2C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41B905-0730-F3E9-5783-ABBF15BB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203864"/>
                </a:solidFill>
              </a:defRPr>
            </a:pPr>
            <a:r>
              <a:t>Microsoft Fundamentals Series 2026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F5FE30-1D6D-7163-EF9E-5EBACF37964D}"/>
              </a:ext>
            </a:extLst>
          </p:cNvPr>
          <p:cNvGraphicFramePr>
            <a:graphicFrameLocks noGrp="1"/>
          </p:cNvGraphicFramePr>
          <p:nvPr/>
        </p:nvGraphicFramePr>
        <p:xfrm>
          <a:off x="422971" y="1832210"/>
          <a:ext cx="11128474" cy="1842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8887">
                  <a:extLst>
                    <a:ext uri="{9D8B030D-6E8A-4147-A177-3AD203B41FA5}">
                      <a16:colId xmlns:a16="http://schemas.microsoft.com/office/drawing/2014/main" val="824978546"/>
                    </a:ext>
                  </a:extLst>
                </a:gridCol>
                <a:gridCol w="1079917">
                  <a:extLst>
                    <a:ext uri="{9D8B030D-6E8A-4147-A177-3AD203B41FA5}">
                      <a16:colId xmlns:a16="http://schemas.microsoft.com/office/drawing/2014/main" val="3194904590"/>
                    </a:ext>
                  </a:extLst>
                </a:gridCol>
                <a:gridCol w="4129670">
                  <a:extLst>
                    <a:ext uri="{9D8B030D-6E8A-4147-A177-3AD203B41FA5}">
                      <a16:colId xmlns:a16="http://schemas.microsoft.com/office/drawing/2014/main" val="1367643541"/>
                    </a:ext>
                  </a:extLst>
                </a:gridCol>
              </a:tblGrid>
              <a:tr h="25017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1200" b="1" kern="1200" dirty="0" err="1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Month 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IN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322823"/>
                  </a:ext>
                </a:extLst>
              </a:tr>
              <a:tr h="392143">
                <a:tc>
                  <a:txBody>
                    <a:bodyPr/>
                    <a:lstStyle/>
                    <a:p>
                      <a:pPr algn="l" fontAlgn="t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Management with Microsoft Fabric: End-to-End Analytics</a:t>
                      </a:r>
                    </a:p>
                  </a:txBody>
                  <a:tcPr marL="7620" marR="7620" marT="7620" marB="0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05-06-2026</a:t>
                      </a: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44060"/>
                  </a:ext>
                </a:extLst>
              </a:tr>
              <a:tr h="392143">
                <a:tc>
                  <a:txBody>
                    <a:bodyPr/>
                    <a:lstStyle/>
                    <a:p>
                      <a:pPr algn="l" fontAlgn="t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Generative AI on Microsoft Azure: Prompting and Fine-Tuning Models</a:t>
                      </a:r>
                    </a:p>
                  </a:txBody>
                  <a:tcPr marL="7620" marR="7620" marT="7620" marB="0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11-06-2026</a:t>
                      </a: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65567"/>
                  </a:ext>
                </a:extLst>
              </a:tr>
              <a:tr h="392143">
                <a:tc>
                  <a:txBody>
                    <a:bodyPr/>
                    <a:lstStyle/>
                    <a:p>
                      <a:pPr algn="l" fontAlgn="t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Securing Identities with Microsoft Entra ID: Best Practices and Implementation</a:t>
                      </a:r>
                    </a:p>
                  </a:txBody>
                  <a:tcPr marL="7620" marR="7620" marT="7620" marB="0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19-06-2026</a:t>
                      </a: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717589"/>
                  </a:ext>
                </a:extLst>
              </a:tr>
              <a:tr h="392143">
                <a:tc>
                  <a:txBody>
                    <a:bodyPr/>
                    <a:lstStyle/>
                    <a:p>
                      <a:pPr algn="l" fontAlgn="t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Introduction to Microsoft 365 Copilot: Boosting Productivity with AI</a:t>
                      </a:r>
                    </a:p>
                  </a:txBody>
                  <a:tcPr marL="7620" marR="7620" marT="7620" marB="0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26-06-2026</a:t>
                      </a: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 marL="0" marR="0" marT="0" marB="0" anchor="ctr"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83014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03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</a:rPr>
              <a:t>Microsoft Fundamentals Series 2026 – Registration Link – Fill out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5074920"/>
            <a:ext cx="6583680" cy="502920"/>
          </a:xfrm>
          <a:prstGeom prst="round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8464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Microsoft Fundamentals Series 2026 – Registration Link – Fill out form</a:t>
            </a:r>
          </a:p>
        </p:txBody>
      </p:sp>
    </p:spTree>
    <p:extLst>
      <p:ext uri="{BB962C8B-B14F-4D97-AF65-F5344CB8AC3E}">
        <p14:creationId xmlns:p14="http://schemas.microsoft.com/office/powerpoint/2010/main" val="153750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Calibri</vt:lpstr>
      <vt:lpstr>Office Theme</vt:lpstr>
      <vt:lpstr>Microsoft ARB Tech Mastery Series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Sarrthak Chauh</dc:creator>
  <cp:lastModifiedBy>Sarrthak Chauh</cp:lastModifiedBy>
  <cp:revision>1</cp:revision>
  <dcterms:created xsi:type="dcterms:W3CDTF">2026-05-26T06:03:22Z</dcterms:created>
  <dcterms:modified xsi:type="dcterms:W3CDTF">2026-05-26T06:04:13Z</dcterms:modified>
</cp:coreProperties>
</file>